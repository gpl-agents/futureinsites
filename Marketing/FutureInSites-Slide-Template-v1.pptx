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lockup-transparen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45536" y="841248"/>
            <a:ext cx="2862072" cy="56692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926080" y="1883664"/>
            <a:ext cx="32918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spc="300" kern="0" dirty="0">
                <a:solidFill>
                  <a:srgbClr val="2DD4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PRESENTATION EYEBROW</a:t>
            </a:r>
            <a:endParaRPr lang="en-US" sz="1050" dirty="0"/>
          </a:p>
        </p:txBody>
      </p:sp>
      <p:sp>
        <p:nvSpPr>
          <p:cNvPr id="4" name="Text 1"/>
          <p:cNvSpPr/>
          <p:nvPr/>
        </p:nvSpPr>
        <p:spPr>
          <a:xfrm>
            <a:off x="640080" y="2304288"/>
            <a:ext cx="7863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Presentation Title</a:t>
            </a:r>
            <a:endParaRPr lang="en-US" sz="4000" dirty="0"/>
          </a:p>
        </p:txBody>
      </p:sp>
      <p:sp>
        <p:nvSpPr>
          <p:cNvPr id="5" name="Text 2"/>
          <p:cNvSpPr/>
          <p:nvPr/>
        </p:nvSpPr>
        <p:spPr>
          <a:xfrm>
            <a:off x="1554480" y="3218688"/>
            <a:ext cx="6035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B6BBC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Supporting subtitle line: one sentence on what this deck covers and who it is for.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2468880" y="4434840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7C829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Month DD, YYYY  |  Prepared for Client Name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lockup-transparen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384048"/>
            <a:ext cx="1472184" cy="29260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1783080"/>
            <a:ext cx="1645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2DD4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01</a:t>
            </a:r>
            <a:endParaRPr lang="en-US" sz="6000" dirty="0"/>
          </a:p>
        </p:txBody>
      </p:sp>
      <p:sp>
        <p:nvSpPr>
          <p:cNvPr id="4" name="Text 1"/>
          <p:cNvSpPr/>
          <p:nvPr/>
        </p:nvSpPr>
        <p:spPr>
          <a:xfrm>
            <a:off x="457200" y="274320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Section Title</a:t>
            </a:r>
            <a:endParaRPr lang="en-US" sz="3400" dirty="0"/>
          </a:p>
        </p:txBody>
      </p:sp>
      <p:sp>
        <p:nvSpPr>
          <p:cNvPr id="5" name="Text 2"/>
          <p:cNvSpPr/>
          <p:nvPr/>
        </p:nvSpPr>
        <p:spPr>
          <a:xfrm>
            <a:off x="457200" y="342900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6BBC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Optional one-line description of what this section covers.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2DD4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EYEBROW LABEL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457200" y="62179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B0C1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Basic content slide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457200" y="1115568"/>
            <a:ext cx="7863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Optional support line under the title.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457200" y="1645920"/>
            <a:ext cx="58521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0B0C1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Lead paragraph in Inter at 13pt. Use this layout for narrative moments: framing a problem, setting context, or summarizing a recommendation in a few sentences.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0B0C1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Second paragraph at the same size. Keep body copy to three short paragraphs maximum on a slide like this; if it runs longer, split the content or move to a two-column layout.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629400" y="1645920"/>
            <a:ext cx="2057400" cy="2377440"/>
          </a:xfrm>
          <a:prstGeom prst="roundRect">
            <a:avLst>
              <a:gd name="adj" fmla="val 3111"/>
            </a:avLst>
          </a:prstGeom>
          <a:solidFill>
            <a:srgbClr val="F8F9FB"/>
          </a:solidFill>
          <a:ln w="12700">
            <a:solidFill>
              <a:srgbClr val="E4E7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0" y="1828800"/>
            <a:ext cx="1600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Side panel for a stat, pull quote, or supporting note</a:t>
            </a:r>
            <a:endParaRPr lang="en-US" sz="1100" dirty="0"/>
          </a:p>
        </p:txBody>
      </p:sp>
      <p:pic>
        <p:nvPicPr>
          <p:cNvPr id="8" name="Image 0" descr="fis-logo-transparent-20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4759452"/>
            <a:ext cx="219456" cy="219456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49808" y="4722876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futureinsites.com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8366760" y="4722876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2DD4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EYEBROW LABEL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457200" y="62179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B0C1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Basic bullet slide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457200" y="1691640"/>
            <a:ext cx="813816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0B0C1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Top-level point written as a full thought, not a fragment.</a:t>
            </a:r>
            <a:endParaRPr lang="en-US" sz="1350" dirty="0"/>
          </a:p>
          <a:p>
            <a:pPr lvl="1" marL="6858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0B0C1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Supporting detail that expands on the point above.</a:t>
            </a:r>
            <a:endParaRPr lang="en-US" sz="1350" dirty="0"/>
          </a:p>
          <a:p>
            <a:pPr lvl="1" marL="6858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0B0C1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Second supporting detail at the indented level.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0B0C1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Second top-level point; keep to five or six lines per slide.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0B0C1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Third top-level point. If the list runs past six lines, split the slide or switch to the card grid layout.</a:t>
            </a:r>
            <a:endParaRPr lang="en-US" sz="1350" dirty="0"/>
          </a:p>
        </p:txBody>
      </p:sp>
      <p:pic>
        <p:nvPicPr>
          <p:cNvPr id="5" name="Image 0" descr="fis-logo-transparent-20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4759452"/>
            <a:ext cx="219456" cy="21945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49808" y="4722876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futureinsites.com</a:t>
            </a:r>
            <a:endParaRPr lang="en-US" sz="850" dirty="0"/>
          </a:p>
        </p:txBody>
      </p:sp>
      <p:sp>
        <p:nvSpPr>
          <p:cNvPr id="7" name="Text 4"/>
          <p:cNvSpPr/>
          <p:nvPr/>
        </p:nvSpPr>
        <p:spPr>
          <a:xfrm>
            <a:off x="8366760" y="4722876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2DD4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EYEBROW LABEL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457200" y="62179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B0C1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Two-column layout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457200" y="1600200"/>
            <a:ext cx="41148" cy="2651760"/>
          </a:xfrm>
          <a:prstGeom prst="rect">
            <a:avLst/>
          </a:prstGeom>
          <a:solidFill>
            <a:srgbClr val="2DD4FF"/>
          </a:solidFill>
          <a:ln/>
        </p:spPr>
      </p:sp>
      <p:sp>
        <p:nvSpPr>
          <p:cNvPr id="5" name="Text 3"/>
          <p:cNvSpPr/>
          <p:nvPr/>
        </p:nvSpPr>
        <p:spPr>
          <a:xfrm>
            <a:off x="658368" y="16002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0C1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Column heading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58368" y="2011680"/>
            <a:ext cx="365760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0B0C1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First point with enough room for a full sentence of explanation.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0B0C1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Second point; bullets inherit clean spacing from the layout.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0B0C1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Third point to round out the column.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846320" y="1600200"/>
            <a:ext cx="3840480" cy="2651760"/>
          </a:xfrm>
          <a:prstGeom prst="roundRect">
            <a:avLst>
              <a:gd name="adj" fmla="val 2414"/>
            </a:avLst>
          </a:prstGeom>
          <a:solidFill>
            <a:srgbClr val="F8F9FB"/>
          </a:solidFill>
          <a:ln w="12700">
            <a:solidFill>
              <a:srgbClr val="E4E7E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846320" y="1600200"/>
            <a:ext cx="384048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Image / chart / diagram placeholder</a:t>
            </a:r>
            <a:endParaRPr lang="en-US" sz="1100" dirty="0"/>
          </a:p>
        </p:txBody>
      </p:sp>
      <p:pic>
        <p:nvPicPr>
          <p:cNvPr id="9" name="Image 0" descr="fis-logo-transparent-20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4759452"/>
            <a:ext cx="219456" cy="219456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749808" y="4722876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futureinsites.com</a:t>
            </a:r>
            <a:endParaRPr lang="en-US" sz="850" dirty="0"/>
          </a:p>
        </p:txBody>
      </p:sp>
      <p:sp>
        <p:nvSpPr>
          <p:cNvPr id="11" name="Text 8"/>
          <p:cNvSpPr/>
          <p:nvPr/>
        </p:nvSpPr>
        <p:spPr>
          <a:xfrm>
            <a:off x="8366760" y="4722876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2DD4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EYEBROW LABEL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457200" y="62179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B0C1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Card grid, six items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457200" y="1645920"/>
            <a:ext cx="2670048" cy="1207008"/>
          </a:xfrm>
          <a:prstGeom prst="roundRect">
            <a:avLst>
              <a:gd name="adj" fmla="val 5303"/>
            </a:avLst>
          </a:prstGeom>
          <a:solidFill>
            <a:srgbClr val="FFFFFF"/>
          </a:solidFill>
          <a:ln w="12700">
            <a:solidFill>
              <a:srgbClr val="E4E7E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21792" y="1773936"/>
            <a:ext cx="23408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0C1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Card title 1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621792" y="2066544"/>
            <a:ext cx="2340864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One or two lines describing this item in plain language.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3310128" y="1645920"/>
            <a:ext cx="2670048" cy="1207008"/>
          </a:xfrm>
          <a:prstGeom prst="roundRect">
            <a:avLst>
              <a:gd name="adj" fmla="val 5303"/>
            </a:avLst>
          </a:prstGeom>
          <a:solidFill>
            <a:srgbClr val="FFFFFF"/>
          </a:solidFill>
          <a:ln w="12700">
            <a:solidFill>
              <a:srgbClr val="E4E7E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0" y="1773936"/>
            <a:ext cx="23408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0C1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Card title 2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3474720" y="2066544"/>
            <a:ext cx="2340864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One or two lines describing this item in plain language.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163056" y="1645920"/>
            <a:ext cx="2670048" cy="1207008"/>
          </a:xfrm>
          <a:prstGeom prst="roundRect">
            <a:avLst>
              <a:gd name="adj" fmla="val 5303"/>
            </a:avLst>
          </a:prstGeom>
          <a:solidFill>
            <a:srgbClr val="FFFFFF"/>
          </a:solidFill>
          <a:ln w="12700">
            <a:solidFill>
              <a:srgbClr val="E4E7E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327648" y="1773936"/>
            <a:ext cx="23408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0C1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Card title 3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6327648" y="2066544"/>
            <a:ext cx="2340864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One or two lines describing this item in plain language.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57200" y="3035808"/>
            <a:ext cx="2670048" cy="1207008"/>
          </a:xfrm>
          <a:prstGeom prst="roundRect">
            <a:avLst>
              <a:gd name="adj" fmla="val 5303"/>
            </a:avLst>
          </a:prstGeom>
          <a:solidFill>
            <a:srgbClr val="FFFFFF"/>
          </a:solidFill>
          <a:ln w="12700">
            <a:solidFill>
              <a:srgbClr val="E4E7E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21792" y="3163824"/>
            <a:ext cx="23408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0C1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Card title 4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621792" y="3456432"/>
            <a:ext cx="2340864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One or two lines describing this item in plain language.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3310128" y="3035808"/>
            <a:ext cx="2670048" cy="1207008"/>
          </a:xfrm>
          <a:prstGeom prst="roundRect">
            <a:avLst>
              <a:gd name="adj" fmla="val 5303"/>
            </a:avLst>
          </a:prstGeom>
          <a:solidFill>
            <a:srgbClr val="FFFFFF"/>
          </a:solidFill>
          <a:ln w="12700">
            <a:solidFill>
              <a:srgbClr val="E4E7E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474720" y="3163824"/>
            <a:ext cx="23408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0C1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Card title 5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3474720" y="3456432"/>
            <a:ext cx="2340864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One or two lines describing this item in plain language.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163056" y="3035808"/>
            <a:ext cx="2670048" cy="1207008"/>
          </a:xfrm>
          <a:prstGeom prst="roundRect">
            <a:avLst>
              <a:gd name="adj" fmla="val 5303"/>
            </a:avLst>
          </a:prstGeom>
          <a:solidFill>
            <a:srgbClr val="FFFFFF"/>
          </a:solidFill>
          <a:ln w="12700">
            <a:solidFill>
              <a:srgbClr val="E4E7E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327648" y="3163824"/>
            <a:ext cx="23408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0C1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Card title 6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6327648" y="3456432"/>
            <a:ext cx="2340864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One or two lines describing this item in plain language.</a:t>
            </a:r>
            <a:endParaRPr lang="en-US" sz="1050" dirty="0"/>
          </a:p>
        </p:txBody>
      </p:sp>
      <p:pic>
        <p:nvPicPr>
          <p:cNvPr id="22" name="Image 0" descr="fis-logo-transparent-20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4759452"/>
            <a:ext cx="219456" cy="219456"/>
          </a:xfrm>
          <a:prstGeom prst="rect">
            <a:avLst/>
          </a:prstGeom>
        </p:spPr>
      </p:pic>
      <p:sp>
        <p:nvSpPr>
          <p:cNvPr id="23" name="Text 20"/>
          <p:cNvSpPr/>
          <p:nvPr/>
        </p:nvSpPr>
        <p:spPr>
          <a:xfrm>
            <a:off x="749808" y="4722876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futureinsites.com</a:t>
            </a:r>
            <a:endParaRPr lang="en-US" sz="850" dirty="0"/>
          </a:p>
        </p:txBody>
      </p:sp>
      <p:sp>
        <p:nvSpPr>
          <p:cNvPr id="24" name="Text 21"/>
          <p:cNvSpPr/>
          <p:nvPr/>
        </p:nvSpPr>
        <p:spPr>
          <a:xfrm>
            <a:off x="8366760" y="4722876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2DD4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EYEBROW LABEL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457200" y="62179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B0C1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Three-phase layout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457200" y="1645920"/>
            <a:ext cx="2670048" cy="2606040"/>
          </a:xfrm>
          <a:prstGeom prst="roundRect">
            <a:avLst>
              <a:gd name="adj" fmla="val 2456"/>
            </a:avLst>
          </a:prstGeom>
          <a:solidFill>
            <a:srgbClr val="FFFFFF"/>
          </a:solidFill>
          <a:ln w="12700">
            <a:solidFill>
              <a:srgbClr val="E4E7E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8368" y="1865376"/>
            <a:ext cx="402336" cy="402336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6" name="Text 4"/>
          <p:cNvSpPr/>
          <p:nvPr/>
        </p:nvSpPr>
        <p:spPr>
          <a:xfrm>
            <a:off x="658368" y="186537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188720" y="1901952"/>
            <a:ext cx="17556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0C1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Phase name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58368" y="2487168"/>
            <a:ext cx="2267712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0B0C1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Key activity or deliverable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0B0C1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Key activity or deliverable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0B0C1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Key activity or deliverable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310128" y="1645920"/>
            <a:ext cx="2670048" cy="2606040"/>
          </a:xfrm>
          <a:prstGeom prst="roundRect">
            <a:avLst>
              <a:gd name="adj" fmla="val 2456"/>
            </a:avLst>
          </a:prstGeom>
          <a:solidFill>
            <a:srgbClr val="FFFFFF"/>
          </a:solidFill>
          <a:ln w="12700">
            <a:solidFill>
              <a:srgbClr val="E4E7E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511296" y="1865376"/>
            <a:ext cx="402336" cy="402336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1" name="Text 9"/>
          <p:cNvSpPr/>
          <p:nvPr/>
        </p:nvSpPr>
        <p:spPr>
          <a:xfrm>
            <a:off x="3511296" y="186537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041648" y="1901952"/>
            <a:ext cx="17556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0C1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Phase name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511296" y="2487168"/>
            <a:ext cx="2267712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0B0C1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Key activity or deliverable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0B0C1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Key activity or deliverable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0B0C1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Key activity or deliverable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163056" y="1645920"/>
            <a:ext cx="2670048" cy="2606040"/>
          </a:xfrm>
          <a:prstGeom prst="roundRect">
            <a:avLst>
              <a:gd name="adj" fmla="val 2456"/>
            </a:avLst>
          </a:prstGeom>
          <a:solidFill>
            <a:srgbClr val="FFFFFF"/>
          </a:solidFill>
          <a:ln w="12700">
            <a:solidFill>
              <a:srgbClr val="E4E7E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364224" y="1865376"/>
            <a:ext cx="402336" cy="402336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6" name="Text 14"/>
          <p:cNvSpPr/>
          <p:nvPr/>
        </p:nvSpPr>
        <p:spPr>
          <a:xfrm>
            <a:off x="6364224" y="186537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3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894576" y="1901952"/>
            <a:ext cx="17556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0C1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Phase name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364224" y="2487168"/>
            <a:ext cx="2267712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0B0C1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Key activity or deliverable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0B0C1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Key activity or deliverable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0B0C1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Key activity or deliverable</a:t>
            </a:r>
            <a:endParaRPr lang="en-US" sz="1100" dirty="0"/>
          </a:p>
        </p:txBody>
      </p:sp>
      <p:pic>
        <p:nvPicPr>
          <p:cNvPr id="19" name="Image 0" descr="fis-logo-transparent-20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4759452"/>
            <a:ext cx="219456" cy="219456"/>
          </a:xfrm>
          <a:prstGeom prst="rect">
            <a:avLst/>
          </a:prstGeom>
        </p:spPr>
      </p:pic>
      <p:sp>
        <p:nvSpPr>
          <p:cNvPr id="20" name="Text 17"/>
          <p:cNvSpPr/>
          <p:nvPr/>
        </p:nvSpPr>
        <p:spPr>
          <a:xfrm>
            <a:off x="749808" y="4722876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futureinsites.com</a:t>
            </a:r>
            <a:endParaRPr lang="en-US" sz="850" dirty="0"/>
          </a:p>
        </p:txBody>
      </p:sp>
      <p:sp>
        <p:nvSpPr>
          <p:cNvPr id="21" name="Text 18"/>
          <p:cNvSpPr/>
          <p:nvPr/>
        </p:nvSpPr>
        <p:spPr>
          <a:xfrm>
            <a:off x="8366760" y="4722876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2DD4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EYEBROW LABEL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457200" y="62179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B0C1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Stat callouts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17145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2563EB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120+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457200" y="2788920"/>
            <a:ext cx="17145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b="1" spc="200" kern="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USE CASES ANALYZED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2628900" y="2011680"/>
            <a:ext cx="17145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2563EB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14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2628900" y="2788920"/>
            <a:ext cx="17145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b="1" spc="200" kern="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MARKETS MAPPED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4800600" y="2011680"/>
            <a:ext cx="17145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2563EB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200+</a:t>
            </a:r>
            <a:endParaRPr lang="en-US" sz="3800" dirty="0"/>
          </a:p>
        </p:txBody>
      </p:sp>
      <p:sp>
        <p:nvSpPr>
          <p:cNvPr id="9" name="Text 7"/>
          <p:cNvSpPr/>
          <p:nvPr/>
        </p:nvSpPr>
        <p:spPr>
          <a:xfrm>
            <a:off x="4800600" y="2788920"/>
            <a:ext cx="17145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b="1" spc="200" kern="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VENDOR PROFILES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6972300" y="2011680"/>
            <a:ext cx="17145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2563EB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100%</a:t>
            </a:r>
            <a:endParaRPr lang="en-US" sz="3800" dirty="0"/>
          </a:p>
        </p:txBody>
      </p:sp>
      <p:sp>
        <p:nvSpPr>
          <p:cNvPr id="11" name="Text 9"/>
          <p:cNvSpPr/>
          <p:nvPr/>
        </p:nvSpPr>
        <p:spPr>
          <a:xfrm>
            <a:off x="6972300" y="2788920"/>
            <a:ext cx="17145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b="1" spc="200" kern="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ROI-FOCUSED APPROACH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457200" y="39319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B0C1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Optional closing line that interprets the numbers for the audience.</a:t>
            </a:r>
            <a:endParaRPr lang="en-US" sz="1250" dirty="0"/>
          </a:p>
        </p:txBody>
      </p:sp>
      <p:pic>
        <p:nvPicPr>
          <p:cNvPr id="13" name="Image 0" descr="fis-logo-transparent-20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4759452"/>
            <a:ext cx="219456" cy="219456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749808" y="4722876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futureinsites.com</a:t>
            </a:r>
            <a:endParaRPr lang="en-US" sz="850" dirty="0"/>
          </a:p>
        </p:txBody>
      </p:sp>
      <p:sp>
        <p:nvSpPr>
          <p:cNvPr id="15" name="Text 12"/>
          <p:cNvSpPr/>
          <p:nvPr/>
        </p:nvSpPr>
        <p:spPr>
          <a:xfrm>
            <a:off x="8366760" y="4722876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2DD4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EYEBROW LABEL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457200" y="62179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B0C1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Timeline / process flow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1014984" y="2587752"/>
            <a:ext cx="6501384" cy="0"/>
          </a:xfrm>
          <a:prstGeom prst="line">
            <a:avLst/>
          </a:prstGeom>
          <a:noFill/>
          <a:ln w="25400">
            <a:solidFill>
              <a:srgbClr val="E4E7E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2395728"/>
            <a:ext cx="384048" cy="384048"/>
          </a:xfrm>
          <a:prstGeom prst="ellipse">
            <a:avLst/>
          </a:prstGeom>
          <a:solidFill>
            <a:srgbClr val="2DD4FF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23957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0C1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20040" y="2962656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0C1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Step label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20040" y="3255264"/>
            <a:ext cx="1417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Short supporting note under the step.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2990088" y="2395728"/>
            <a:ext cx="384048" cy="384048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0" name="Text 8"/>
          <p:cNvSpPr/>
          <p:nvPr/>
        </p:nvSpPr>
        <p:spPr>
          <a:xfrm>
            <a:off x="2990088" y="23957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2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2487168" y="2962656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0C1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Step label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487168" y="3255264"/>
            <a:ext cx="1417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Short supporting note under the step.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5157216" y="2395728"/>
            <a:ext cx="384048" cy="384048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4" name="Text 12"/>
          <p:cNvSpPr/>
          <p:nvPr/>
        </p:nvSpPr>
        <p:spPr>
          <a:xfrm>
            <a:off x="5157216" y="23957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3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654296" y="2962656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0C1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Step label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654296" y="3255264"/>
            <a:ext cx="1417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Short supporting note under the step.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7324344" y="2395728"/>
            <a:ext cx="384048" cy="384048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8" name="Text 16"/>
          <p:cNvSpPr/>
          <p:nvPr/>
        </p:nvSpPr>
        <p:spPr>
          <a:xfrm>
            <a:off x="7324344" y="23957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4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821424" y="2962656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0C1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Step label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821424" y="3255264"/>
            <a:ext cx="1417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Short supporting note under the step.</a:t>
            </a:r>
            <a:endParaRPr lang="en-US" sz="950" dirty="0"/>
          </a:p>
        </p:txBody>
      </p:sp>
      <p:pic>
        <p:nvPicPr>
          <p:cNvPr id="21" name="Image 0" descr="fis-logo-transparent-20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4759452"/>
            <a:ext cx="219456" cy="219456"/>
          </a:xfrm>
          <a:prstGeom prst="rect">
            <a:avLst/>
          </a:prstGeom>
        </p:spPr>
      </p:pic>
      <p:sp>
        <p:nvSpPr>
          <p:cNvPr id="22" name="Text 19"/>
          <p:cNvSpPr/>
          <p:nvPr/>
        </p:nvSpPr>
        <p:spPr>
          <a:xfrm>
            <a:off x="749808" y="4722876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futureinsites.com</a:t>
            </a:r>
            <a:endParaRPr lang="en-US" sz="850" dirty="0"/>
          </a:p>
        </p:txBody>
      </p:sp>
      <p:sp>
        <p:nvSpPr>
          <p:cNvPr id="23" name="Text 20"/>
          <p:cNvSpPr/>
          <p:nvPr/>
        </p:nvSpPr>
        <p:spPr>
          <a:xfrm>
            <a:off x="8366760" y="4722876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97280" y="1554480"/>
            <a:ext cx="45720" cy="2011680"/>
          </a:xfrm>
          <a:prstGeom prst="rect">
            <a:avLst/>
          </a:prstGeom>
          <a:solidFill>
            <a:srgbClr val="2DD4FF"/>
          </a:solidFill>
          <a:ln/>
        </p:spPr>
      </p:sp>
      <p:sp>
        <p:nvSpPr>
          <p:cNvPr id="3" name="Text 1"/>
          <p:cNvSpPr/>
          <p:nvPr/>
        </p:nvSpPr>
        <p:spPr>
          <a:xfrm>
            <a:off x="1417320" y="1554480"/>
            <a:ext cx="65836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2100" b="1" dirty="0">
                <a:solidFill>
                  <a:srgbClr val="0B0C1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“Pull quote or key takeaway. Use this layout to give one idea an entire slide; the restraint is what makes it land.”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1417320" y="32004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ATTRIBUTION OR SOURCE</a:t>
            </a:r>
            <a:endParaRPr lang="en-US" sz="1000" dirty="0"/>
          </a:p>
        </p:txBody>
      </p:sp>
      <p:pic>
        <p:nvPicPr>
          <p:cNvPr id="5" name="Image 0" descr="fis-logo-transparent-20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4759452"/>
            <a:ext cx="219456" cy="21945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49808" y="4722876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futureinsites.com</a:t>
            </a:r>
            <a:endParaRPr lang="en-US" sz="850" dirty="0"/>
          </a:p>
        </p:txBody>
      </p:sp>
      <p:sp>
        <p:nvSpPr>
          <p:cNvPr id="7" name="Text 4"/>
          <p:cNvSpPr/>
          <p:nvPr/>
        </p:nvSpPr>
        <p:spPr>
          <a:xfrm>
            <a:off x="8366760" y="4722876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lockup-transparen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19856" y="1298448"/>
            <a:ext cx="2304288" cy="4572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2377440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Closing call to action</a:t>
            </a:r>
            <a:endParaRPr lang="en-US" sz="3200" dirty="0"/>
          </a:p>
        </p:txBody>
      </p:sp>
      <p:sp>
        <p:nvSpPr>
          <p:cNvPr id="4" name="Text 1"/>
          <p:cNvSpPr/>
          <p:nvPr/>
        </p:nvSpPr>
        <p:spPr>
          <a:xfrm>
            <a:off x="2011680" y="320040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DD4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strategy@futureinsites.com   |   futureinsites.com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2926080" y="443484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7C829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Strategy &amp; Engineering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FutureInSites Slide Template</dc:title>
  <dc:subject>PptxGenJS Presentation</dc:subject>
  <dc:creator>FutureInSites</dc:creator>
  <cp:lastModifiedBy>FutureInSites</cp:lastModifiedBy>
  <cp:revision>1</cp:revision>
  <dcterms:created xsi:type="dcterms:W3CDTF">2026-06-05T15:46:49Z</dcterms:created>
  <dcterms:modified xsi:type="dcterms:W3CDTF">2026-06-05T15:46:49Z</dcterms:modified>
</cp:coreProperties>
</file>